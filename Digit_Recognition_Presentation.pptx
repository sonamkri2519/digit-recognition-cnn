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 Recognition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by Sonam Kumari</a:t>
            </a:r>
          </a:p>
          <a:p>
            <a:r>
              <a:t>A 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 recognition is a system that identifies handwritten digits using machine learning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 model that can accurately recognize handwritten digits from images.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MNIST dataset</a:t>
            </a:r>
          </a:p>
          <a:p>
            <a:r>
              <a:t>- 70,000 images</a:t>
            </a:r>
          </a:p>
          <a:p>
            <a:r>
              <a:t>- 28x28 grayscale images</a:t>
            </a:r>
          </a:p>
          <a:p>
            <a:r>
              <a:t>- Digits from 0 to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NumPy</a:t>
            </a:r>
          </a:p>
          <a:p>
            <a:r>
              <a:t>Pandas</a:t>
            </a:r>
          </a:p>
          <a:p>
            <a:r>
              <a:t>Matplotlib</a:t>
            </a:r>
          </a:p>
          <a:p>
            <a:r>
              <a:t>Scikit-learn</a:t>
            </a:r>
          </a:p>
          <a:p>
            <a:r>
              <a:t>TensorFlow/Keras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Data Preprocessing → Model Training → Evaluation →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Normalization</a:t>
            </a:r>
          </a:p>
          <a:p>
            <a:r>
              <a:t>Reshaping</a:t>
            </a:r>
          </a:p>
          <a:p>
            <a:r>
              <a:t>Splitting into train and test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Convolutional Neural Network (CNN)</a:t>
            </a:r>
          </a:p>
          <a:p>
            <a:r>
              <a:t>Efficient for image classification tasks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learns patterns from images</a:t>
            </a:r>
          </a:p>
          <a:p>
            <a:r>
              <a:t>Uses epochs and batch size</a:t>
            </a:r>
          </a:p>
          <a:p>
            <a:r>
              <a:t>Optimizes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Score</a:t>
            </a:r>
          </a:p>
          <a:p>
            <a:r>
              <a:t>Confusion Matrix</a:t>
            </a:r>
          </a:p>
          <a:p>
            <a:r>
              <a:t>Loss Function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Achieved high accuracy (~98%) on MNIST 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cheque processing</a:t>
            </a:r>
          </a:p>
          <a:p>
            <a:r>
              <a:t>Postal code recognition</a:t>
            </a:r>
          </a:p>
          <a:p>
            <a:r>
              <a:t>Digitizing handwritten documents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 recognition is a powerful ML application with real-world use cases.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accuracy</a:t>
            </a:r>
          </a:p>
          <a:p>
            <a:r>
              <a:t>Deploy as web app</a:t>
            </a:r>
          </a:p>
          <a:p>
            <a:r>
              <a:t>Real-time recognition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